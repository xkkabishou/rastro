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slide-01.svg" ContentType="image/svg+xml"/>
  <Override PartName="/ppt/media/slide-02.svg" ContentType="image/svg+xml"/>
  <Override PartName="/ppt/media/slide-03.svg" ContentType="image/svg+xml"/>
  <Override PartName="/ppt/media/slide-04.svg" ContentType="image/svg+xml"/>
  <Override PartName="/ppt/media/slide-05.svg" ContentType="image/svg+xml"/>
  <Override PartName="/ppt/media/slide-06.svg" ContentType="image/svg+xml"/>
  <Override PartName="/ppt/media/slide-07.svg" ContentType="image/svg+xml"/>
  <Override PartName="/ppt/media/slide-08.svg" ContentType="image/svg+xml"/>
  <Override PartName="/ppt/media/slide-09.svg" ContentType="image/svg+xml"/>
  <Override PartName="/ppt/media/slide-10.svg" ContentType="image/svg+xml"/>
  <Override PartName="/ppt/media/slide-11.svg" ContentType="image/svg+xml"/>
  <Override PartName="/ppt/media/slide-12.svg" ContentType="image/svg+xml"/>
  <Override PartName="/ppt/media/slide-13.svg" ContentType="image/svg+xml"/>
  <Override PartName="/ppt/media/slide-14.svg" ContentType="image/svg+xml"/>
  <Override PartName="/ppt/media/slide-15.svg" ContentType="image/svg+xml"/>
  <Override PartName="/ppt/media/slide-16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slide-01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slide-02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slide-0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slide-04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slide-05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slide-06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slide-07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slide-08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slide-09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slide-10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slide-11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slide-12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slide-13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slide-14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slide-15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slide-16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 xmlns:asvg="http://schemas.microsoft.com/office/drawing/2016/SVG/main">
        <p:nvPicPr>
          <p:cNvPr id="2" name="slide-01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 xmlns:asvg="http://schemas.microsoft.com/office/drawing/2016/SVG/main">
        <p:nvPicPr>
          <p:cNvPr id="3" name="slide-02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 xmlns:asvg="http://schemas.microsoft.com/office/drawing/2016/SVG/main">
        <p:nvPicPr>
          <p:cNvPr id="4" name="slide-03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 xmlns:asvg="http://schemas.microsoft.com/office/drawing/2016/SVG/main">
        <p:nvPicPr>
          <p:cNvPr id="5" name="slide-04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 xmlns:asvg="http://schemas.microsoft.com/office/drawing/2016/SVG/main">
        <p:nvPicPr>
          <p:cNvPr id="6" name="slide-05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 xmlns:asvg="http://schemas.microsoft.com/office/drawing/2016/SVG/main">
        <p:nvPicPr>
          <p:cNvPr id="7" name="slide-06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 xmlns:asvg="http://schemas.microsoft.com/office/drawing/2016/SVG/main">
        <p:nvPicPr>
          <p:cNvPr id="8" name="slide-07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 xmlns:asvg="http://schemas.microsoft.com/office/drawing/2016/SVG/main">
        <p:nvPicPr>
          <p:cNvPr id="9" name="slide-08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 xmlns:asvg="http://schemas.microsoft.com/office/drawing/2016/SVG/main">
        <p:nvPicPr>
          <p:cNvPr id="10" name="slide-09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 xmlns:asvg="http://schemas.microsoft.com/office/drawing/2016/SVG/main">
        <p:nvPicPr>
          <p:cNvPr id="11" name="slide-10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 xmlns:asvg="http://schemas.microsoft.com/office/drawing/2016/SVG/main">
        <p:nvPicPr>
          <p:cNvPr id="12" name="slide-11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 xmlns:asvg="http://schemas.microsoft.com/office/drawing/2016/SVG/main">
        <p:nvPicPr>
          <p:cNvPr id="13" name="slide-12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 xmlns:asvg="http://schemas.microsoft.com/office/drawing/2016/SVG/main">
        <p:nvPicPr>
          <p:cNvPr id="14" name="slide-13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 xmlns:asvg="http://schemas.microsoft.com/office/drawing/2016/SVG/main">
        <p:nvPicPr>
          <p:cNvPr id="15" name="slide-14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 xmlns:asvg="http://schemas.microsoft.com/office/drawing/2016/SVG/main">
        <p:nvPicPr>
          <p:cNvPr id="16" name="slide-15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 xmlns:asvg="http://schemas.microsoft.com/office/drawing/2016/SVG/main">
        <p:nvPicPr>
          <p:cNvPr id="17" name="slide-16.sv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